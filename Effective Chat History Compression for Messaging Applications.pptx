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37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44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16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8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4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1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74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49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2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32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8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445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374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034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074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832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20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3CCF711-E006-48F7-A7B8-9EF7EA7B173C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3019DAE-9116-47D9-8DAB-50453B58D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50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617-89B3-80FC-BE41-810C3FF38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Effective Chat History Compression for Messaging Applications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5680A-1B7E-331E-3C54-6725E2C98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Advanced Data Compression Techniques</a:t>
            </a:r>
          </a:p>
          <a:p>
            <a:r>
              <a:rPr lang="en-US" b="1" dirty="0"/>
              <a:t>Presented by:</a:t>
            </a:r>
            <a:r>
              <a:rPr lang="en-US" dirty="0"/>
              <a:t> S. Rishikesh (21MID0217)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26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A6C3-F008-9919-3706-3F5CC030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F4C21-CC08-542D-9D78-5BCDAD200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Messaging apps produce </a:t>
            </a:r>
            <a:r>
              <a:rPr lang="en-IN" b="1" dirty="0"/>
              <a:t>huge chat histories</a:t>
            </a:r>
            <a:r>
              <a:rPr lang="en-IN" dirty="0"/>
              <a:t>.</a:t>
            </a:r>
          </a:p>
          <a:p>
            <a:r>
              <a:rPr lang="en-IN" dirty="0"/>
              <a:t>Chats contain </a:t>
            </a:r>
            <a:r>
              <a:rPr lang="en-IN" b="1" dirty="0"/>
              <a:t>repetitive words</a:t>
            </a:r>
            <a:r>
              <a:rPr lang="en-IN" dirty="0"/>
              <a:t>, </a:t>
            </a:r>
            <a:r>
              <a:rPr lang="en-IN" b="1" dirty="0"/>
              <a:t>timestamps</a:t>
            </a:r>
            <a:r>
              <a:rPr lang="en-IN" dirty="0"/>
              <a:t>, </a:t>
            </a:r>
            <a:r>
              <a:rPr lang="en-IN" b="1" dirty="0"/>
              <a:t>names</a:t>
            </a:r>
            <a:r>
              <a:rPr lang="en-IN" dirty="0"/>
              <a:t>, </a:t>
            </a:r>
            <a:r>
              <a:rPr lang="en-IN" b="1" dirty="0"/>
              <a:t>emojis</a:t>
            </a:r>
            <a:r>
              <a:rPr lang="en-IN" dirty="0"/>
              <a:t>, and </a:t>
            </a:r>
            <a:r>
              <a:rPr lang="en-IN" b="1" dirty="0"/>
              <a:t>media URLs</a:t>
            </a:r>
            <a:r>
              <a:rPr lang="en-IN" dirty="0"/>
              <a:t>.</a:t>
            </a:r>
          </a:p>
          <a:p>
            <a:r>
              <a:rPr lang="en-IN" dirty="0"/>
              <a:t>This causes:</a:t>
            </a:r>
          </a:p>
          <a:p>
            <a:pPr lvl="1"/>
            <a:r>
              <a:rPr lang="en-IN" dirty="0"/>
              <a:t>High storage usage</a:t>
            </a:r>
          </a:p>
          <a:p>
            <a:pPr lvl="1"/>
            <a:r>
              <a:rPr lang="en-IN" dirty="0"/>
              <a:t>Higher bandwidth consumption</a:t>
            </a:r>
          </a:p>
          <a:p>
            <a:pPr lvl="1"/>
            <a:r>
              <a:rPr lang="en-IN" dirty="0"/>
              <a:t>Slow sync/backup operations</a:t>
            </a:r>
          </a:p>
          <a:p>
            <a:r>
              <a:rPr lang="en-IN" dirty="0"/>
              <a:t>Existing compression techniques </a:t>
            </a:r>
            <a:r>
              <a:rPr lang="en-IN" b="1" dirty="0"/>
              <a:t>are not optimized</a:t>
            </a:r>
            <a:r>
              <a:rPr lang="en-IN" dirty="0"/>
              <a:t> for chat-type 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3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32ED-0C99-2410-D7C3-AB7DC9A17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6E592-EF93-56EE-4ABB-3EB6330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</a:t>
            </a:r>
            <a:r>
              <a:rPr lang="en-US" b="1" dirty="0"/>
              <a:t>lossless compression method</a:t>
            </a:r>
            <a:r>
              <a:rPr lang="en-US" dirty="0"/>
              <a:t> specifically for chat data.</a:t>
            </a:r>
          </a:p>
          <a:p>
            <a:r>
              <a:rPr lang="en-US" dirty="0"/>
              <a:t>Detect frequent patterns, emojis, and repeated tokens.</a:t>
            </a:r>
          </a:p>
          <a:p>
            <a:r>
              <a:rPr lang="en-US" dirty="0"/>
              <a:t>Replace them with </a:t>
            </a:r>
            <a:r>
              <a:rPr lang="en-US" b="1" dirty="0"/>
              <a:t>compact symbolic codes</a:t>
            </a:r>
            <a:r>
              <a:rPr lang="en-US" dirty="0"/>
              <a:t>.</a:t>
            </a:r>
          </a:p>
          <a:p>
            <a:r>
              <a:rPr lang="en-US" dirty="0"/>
              <a:t>Compress → Store → Retrieve with complete accuracy.</a:t>
            </a:r>
          </a:p>
          <a:p>
            <a:r>
              <a:rPr lang="en-US" dirty="0"/>
              <a:t>Measure performance (size reduction, speed improvements).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75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63EA-81CE-DE1F-7A55-0D2AF2CD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FCCE3-2130-508F-3BA1-5A1D376B0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Chats grow into </a:t>
            </a:r>
            <a:r>
              <a:rPr lang="en-US" b="1" dirty="0"/>
              <a:t>MBs/GBs</a:t>
            </a:r>
            <a:r>
              <a:rPr lang="en-US" dirty="0"/>
              <a:t> over time.</a:t>
            </a:r>
          </a:p>
          <a:p>
            <a:r>
              <a:rPr lang="en-IN" dirty="0"/>
              <a:t>Cloud backups waste storage.</a:t>
            </a:r>
          </a:p>
          <a:p>
            <a:r>
              <a:rPr lang="en-US" dirty="0"/>
              <a:t>Emojis and URLs create </a:t>
            </a:r>
            <a:r>
              <a:rPr lang="en-US" b="1" dirty="0"/>
              <a:t>heavy redundancy</a:t>
            </a:r>
            <a:r>
              <a:rPr lang="en-US" dirty="0"/>
              <a:t>.</a:t>
            </a:r>
          </a:p>
          <a:p>
            <a:r>
              <a:rPr lang="en-US" dirty="0"/>
              <a:t>Need a domain-specific compression model for messaging apps.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46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80D2-8C03-9D4A-F8F1-44F5B6B1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041C-D4A9-BACA-57EB-29F968F17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Blocks including:</a:t>
            </a:r>
          </a:p>
          <a:p>
            <a:r>
              <a:rPr lang="en-IN" dirty="0"/>
              <a:t>Preprocessing Module</a:t>
            </a:r>
          </a:p>
          <a:p>
            <a:r>
              <a:rPr lang="en-IN" dirty="0"/>
              <a:t>Tokenization</a:t>
            </a:r>
          </a:p>
          <a:p>
            <a:r>
              <a:rPr lang="en-IN" dirty="0"/>
              <a:t>Pattern Recognition</a:t>
            </a:r>
          </a:p>
          <a:p>
            <a:r>
              <a:rPr lang="en-IN" dirty="0"/>
              <a:t>Symbolic Substitution</a:t>
            </a:r>
          </a:p>
          <a:p>
            <a:r>
              <a:rPr lang="en-IN" dirty="0"/>
              <a:t>Compression (ZSTD/GZIP)</a:t>
            </a:r>
          </a:p>
          <a:p>
            <a:r>
              <a:rPr lang="en-IN" dirty="0"/>
              <a:t>Storage</a:t>
            </a:r>
          </a:p>
          <a:p>
            <a:r>
              <a:rPr lang="en-IN" dirty="0"/>
              <a:t>Decompression + Reverse Mapping</a:t>
            </a:r>
          </a:p>
        </p:txBody>
      </p:sp>
    </p:spTree>
    <p:extLst>
      <p:ext uri="{BB962C8B-B14F-4D97-AF65-F5344CB8AC3E}">
        <p14:creationId xmlns:p14="http://schemas.microsoft.com/office/powerpoint/2010/main" val="417616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D62D-1F30-B32F-E04D-67E37C42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464A7-CBE5-4D4E-4772-1FC1F796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Preprocessing:</a:t>
            </a:r>
            <a:r>
              <a:rPr lang="en-US" dirty="0"/>
              <a:t> Clean text, find tokens.</a:t>
            </a:r>
          </a:p>
          <a:p>
            <a:r>
              <a:rPr lang="en-US" b="1" dirty="0"/>
              <a:t>Pattern Recognition:</a:t>
            </a:r>
            <a:r>
              <a:rPr lang="en-US" dirty="0"/>
              <a:t> Identify frequent words/emojis.</a:t>
            </a:r>
          </a:p>
          <a:p>
            <a:r>
              <a:rPr lang="fr-FR" b="1" dirty="0" err="1"/>
              <a:t>Symbolic</a:t>
            </a:r>
            <a:r>
              <a:rPr lang="fr-FR" b="1" dirty="0"/>
              <a:t> Substitution:</a:t>
            </a:r>
            <a:r>
              <a:rPr lang="fr-FR" dirty="0"/>
              <a:t> “AVK” → @T1, “+1” → @T2 etc.</a:t>
            </a:r>
          </a:p>
          <a:p>
            <a:r>
              <a:rPr lang="en-IN" b="1" dirty="0"/>
              <a:t>Compression:</a:t>
            </a:r>
            <a:r>
              <a:rPr lang="en-IN" dirty="0"/>
              <a:t> ZSTD/GZIP</a:t>
            </a:r>
          </a:p>
          <a:p>
            <a:r>
              <a:rPr lang="en-US" b="1" dirty="0"/>
              <a:t>Decompression:</a:t>
            </a:r>
            <a:r>
              <a:rPr lang="en-US" dirty="0"/>
              <a:t> Rebuild full chat text.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3627-4B46-73B4-D09F-526E4F53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Algorithm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0923A6-FED6-C8A4-543E-3E18543770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Tokenize chat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Count 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Build mapping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Replace tokens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Compress encoded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 Save &amp; Retrieve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7: Decompress + Reverse Map</a:t>
            </a:r>
          </a:p>
        </p:txBody>
      </p:sp>
    </p:spTree>
    <p:extLst>
      <p:ext uri="{BB962C8B-B14F-4D97-AF65-F5344CB8AC3E}">
        <p14:creationId xmlns:p14="http://schemas.microsoft.com/office/powerpoint/2010/main" val="201291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C50C-3B73-D07D-A633-09B888F8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3E912-C0F4-9C23-EFBD-13E1EB66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Demonstrated size reduction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  Original = X bytes</a:t>
            </a:r>
          </a:p>
          <a:p>
            <a:pPr marL="0" indent="0">
              <a:buNone/>
            </a:pPr>
            <a:r>
              <a:rPr lang="en-IN" dirty="0"/>
              <a:t>  Compressed = Y bytes</a:t>
            </a:r>
          </a:p>
          <a:p>
            <a:pPr marL="0" indent="0">
              <a:buNone/>
            </a:pPr>
            <a:r>
              <a:rPr lang="en-IN" dirty="0"/>
              <a:t>  Compression ratio achieved: ~Z%</a:t>
            </a:r>
          </a:p>
          <a:p>
            <a:pPr marL="0" indent="0">
              <a:buNone/>
            </a:pPr>
            <a:r>
              <a:rPr lang="en-IN" dirty="0"/>
              <a:t> Perfect reconstruction validated.</a:t>
            </a:r>
          </a:p>
        </p:txBody>
      </p:sp>
    </p:spTree>
    <p:extLst>
      <p:ext uri="{BB962C8B-B14F-4D97-AF65-F5344CB8AC3E}">
        <p14:creationId xmlns:p14="http://schemas.microsoft.com/office/powerpoint/2010/main" val="198050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18B6-379B-D850-C257-D64F0AC2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649298-F58D-4AE5-6272-C45407E24A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880489"/>
            <a:ext cx="87334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compression for repetitive chat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backup &amp; sync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bandwidth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Lossless decompression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scalable</a:t>
            </a:r>
          </a:p>
        </p:txBody>
      </p:sp>
    </p:spTree>
    <p:extLst>
      <p:ext uri="{BB962C8B-B14F-4D97-AF65-F5344CB8AC3E}">
        <p14:creationId xmlns:p14="http://schemas.microsoft.com/office/powerpoint/2010/main" val="223276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A31385-DDCA-8746-DB0D-C2A111B61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6B86BF-912B-79E5-1795-DAF055F48B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63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308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Effective Chat History Compression for Messaging Applications</vt:lpstr>
      <vt:lpstr>Problem Statement</vt:lpstr>
      <vt:lpstr>Objective</vt:lpstr>
      <vt:lpstr>Motivation</vt:lpstr>
      <vt:lpstr>System Architecture</vt:lpstr>
      <vt:lpstr>Module Description</vt:lpstr>
      <vt:lpstr>Proposed Algorithm</vt:lpstr>
      <vt:lpstr>Results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.S</dc:creator>
  <cp:lastModifiedBy>RISHIKESH .S</cp:lastModifiedBy>
  <cp:revision>1</cp:revision>
  <dcterms:created xsi:type="dcterms:W3CDTF">2025-11-13T16:41:46Z</dcterms:created>
  <dcterms:modified xsi:type="dcterms:W3CDTF">2025-11-13T16:59:00Z</dcterms:modified>
</cp:coreProperties>
</file>